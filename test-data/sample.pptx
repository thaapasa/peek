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Peek Sample Deck</a:t>
            </a:r>
          </a:p>
        </p:txBody>
      </p:sp>
      <p:sp>
        <p:txBody>
          <a:p>
            <a:r>
              <a:rPr b="1"/>
              <a:t>First bullet, bold</a:t>
            </a:r>
          </a:p>
          <a:p>
            <a:pPr lvl="1"/>
            <a:r>
              <a:t>Nested detail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Second Slide</a:t>
            </a:r>
          </a:p>
        </p:txBody>
      </p:sp>
      <p:sp>
        <p:txBody>
          <a:p>
            <a:r>
              <a:rPr b="1"/>
              <a:t>More content here</a:t>
            </a:r>
          </a:p>
          <a:p>
            <a:pPr lvl="1"/>
            <a:r>
              <a:t>Another nested point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Peek Sample Deck</dc:title>
  <dc:creator>Tuukka Haapasalo</dc:creator>
  <dcterms:created>2026-06-13T09:00:00Z</dcterms:created>
</cp:coreProperties>
</file>